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</c:v>
                </c:pt>
                <c:pt idx="1">
                  <c:v>410</c:v>
                </c:pt>
                <c:pt idx="2">
                  <c:v>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3EA"/>
                </a:solidFill>
              </a:rPr>
              <a:t>Q3 2026 · Sales team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</a:rPr>
              <a:t>What went well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Record bookings in September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Churn down to 2.1%</a:t>
            </a:r>
            <a:endParaRPr lang="en-US" sz="2200" dirty="0"/>
          </a:p>
          <a:p>
            <a:pPr lvl="1" marL="685800" indent="-342900"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Two enterprise logos signed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Pipeline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Stage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Deals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Qualified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$1.2M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Proposal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$860K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Closing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$410K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Bookings by month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09728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291840" cy="1280160"/>
          </a:xfrm>
          <a:prstGeom prst="roundRect">
            <a:avLst>
              <a:gd name="adj" fmla="val 14286"/>
            </a:avLst>
          </a:prstGeom>
          <a:solidFill>
            <a:srgbClr val="F4B18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Hire two AEs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1280160" cy="1280160"/>
          </a:xfrm>
          <a:prstGeom prst="ellipse">
            <a:avLst/>
          </a:prstGeom>
          <a:solidFill>
            <a:srgbClr val="9DC3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743200"/>
            <a:ext cx="3657600" cy="1984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2026-10-27T11:49:30Z</dcterms:created>
  <dcterms:modified xsi:type="dcterms:W3CDTF">2026-10-27T11:49:30Z</dcterms:modified>
</cp:coreProperties>
</file>